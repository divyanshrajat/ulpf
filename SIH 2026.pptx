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0F09-CA2E-5EBC-5A19-CE36A136D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B737A-D8BF-2E17-3C3E-3EC68F306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B1E91-E9C8-3CEB-39C1-151C1F2E0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195AA-4943-7991-5320-93BFE3AC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CBC1-EB58-DE58-A5B6-50E7825D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8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5F41-8891-2F3E-9DA5-95AA8767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B86A3-0955-391A-1C86-5D0A3F590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C87C8-2EC3-E5ED-0205-A6946AF1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753B1-3F18-6394-48E5-E43DE95A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17AFE-7DF9-C0DD-52C9-E3B96EAA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0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A148-7280-E50B-5937-966D7D3D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613CD-DB0F-8EA1-F772-A11A5599D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C092-453E-6C0C-F7AC-6AA5C7D3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299DF-C85D-5539-38D9-947EE36E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2EC1A-1C3C-BE72-5C73-06CD1C99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2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0736-4C47-64C5-228E-42EECE74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DB70-B724-0996-2779-CF101DAF8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C7A9B-4C6E-4D4C-5790-362987985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606BA-F2C6-A8CD-D905-E4C8C160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4D859-ECF1-600B-D1DC-95736864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97593-9B98-30BD-A281-AD36AC66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3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C261-F045-4BB3-D001-0A9B7C91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98C78-BAA9-057C-5E6B-561193BC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F98D6-3EC7-8D9E-1B30-12C60D140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0B31B-0C8B-4DA4-306D-99CD152BA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5BC8C-4416-D530-B6BA-AB0A90BDA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9C3C1-A6CD-5B33-70C0-DBFC0C81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D6DBE-842F-DC57-4531-A80CCE0A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60D30-94EE-8D5A-6C79-6E10F33F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2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C3FD-E661-EA4C-E1F1-FCED8B8A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DFB5-950C-7AF9-5FBD-3A73DC8D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1EA2D-2C26-82DE-65B1-BED4F381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6640F-2151-90E7-D605-05032F1F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252D15-8DC5-BC73-40CC-5E441489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4E78F-8EB8-6160-530A-B6CE0733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58A3B-22C4-D827-869E-64E39B4D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CB1E-FD36-6D2E-4D44-CF566D8D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9BDB0-C5CF-6F6E-ED3E-21B0C590C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AF9ED-0B7D-3B9B-81A1-467820227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4BA3A-0105-599D-DB66-5BD274A64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CBC57-0520-BB1B-51F9-3265A27F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F089F-C081-6090-6094-9462C7DB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77B7-29AF-C142-D05C-5847661F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03144-90C6-EB98-DB95-EB8D5167B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33147-D305-663B-7519-5D720C727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C2E3D-846C-6380-4661-AEDF9D6F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1C376-BF38-E69F-8804-662F6610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60522-81F8-7119-642F-F23E7D5F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3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976F-E604-B1A3-E2F5-9CB1584D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CCB1E-C7C8-3245-4D27-ED4A9E398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B754-F00E-3EB7-560C-36624F06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BB754-A71B-5744-136B-113FCD9F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7CF3B-949F-4DB2-270E-D9ED270E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FC578-C1F0-5172-66AD-DDFE5E826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A43D6-EE0B-1745-F31D-16A8EA86B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3A14E-1384-E937-57A1-0F4DC5F0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351F-AD83-3112-77DB-12E1ED58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73015-022D-A6B6-8598-54CDAF44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5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54557-518F-5CD7-80EF-5080BF1A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80165-1C87-0D7C-811A-DCD36C58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2A378-CC6E-FF63-63D7-EFA963995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4CE97-F648-4402-8382-3A1BA66A1D7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8C5CD-A0BB-A25C-64AF-888BEF0AD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0AE69-1862-398A-7E6A-AE4BCFEF9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9570B-352E-4AC4-A6CE-B0332AFEA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2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BFAB3D-05D4-1F03-B768-45899901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EC0170-BDFB-3A24-5B79-DDE9D5BA9CD7}"/>
              </a:ext>
            </a:extLst>
          </p:cNvPr>
          <p:cNvSpPr txBox="1"/>
          <p:nvPr/>
        </p:nvSpPr>
        <p:spPr>
          <a:xfrm>
            <a:off x="5764192" y="3309039"/>
            <a:ext cx="2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09E455-2DD1-FDB3-FFD6-66D503B14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493" y="203762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9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DCAE-6ADF-601C-C90E-4BA40268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E04363-6E35-9C85-AB95-306C9040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6EE0AB-7F37-59FD-C314-876E3EB82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069" y="203762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8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6EB9B-83A9-BA45-1429-66362868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F4797EE-63A4-7A10-A182-03122F8F3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AE4039-1FDD-D105-D6E6-687DA41DC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643" y="169038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2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D85F-5CEB-7AFF-8E88-9BCE410C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1F5B0-E969-E395-3604-73C12179D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FCB84-2433-45B2-9B19-2EFB91352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643" y="169038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8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36A73-D4FD-9AF9-0972-79EABA888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9D4310-BE3F-F824-34A3-B96F55A5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F20744-4B23-C49F-00EA-A9D7B784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643" y="169038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1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6D347-E41F-E760-8765-818C5824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9403494-47EA-B7F2-D775-CEE9A943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1D13A2-57D9-57C4-BE58-5D3C0307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643" y="169038"/>
            <a:ext cx="1000005" cy="10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66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Rajat</dc:creator>
  <cp:lastModifiedBy>Divyansh Rajat</cp:lastModifiedBy>
  <cp:revision>4</cp:revision>
  <dcterms:created xsi:type="dcterms:W3CDTF">2026-08-25T09:52:25Z</dcterms:created>
  <dcterms:modified xsi:type="dcterms:W3CDTF">2026-08-28T14:58:04Z</dcterms:modified>
</cp:coreProperties>
</file>